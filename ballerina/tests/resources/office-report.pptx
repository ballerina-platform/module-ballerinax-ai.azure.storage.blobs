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OFFICE_MARKER_PPTX marker text for the extraction test</a:t>
            </a:r>
            <a:endParaRPr lang="en-L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